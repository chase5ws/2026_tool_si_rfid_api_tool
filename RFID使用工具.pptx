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3" r:id="rId4"/>
    <p:sldId id="265" r:id="rId5"/>
    <p:sldId id="266" r:id="rId6"/>
    <p:sldId id="267" r:id="rId7"/>
    <p:sldId id="268" r:id="rId8"/>
    <p:sldId id="269" r:id="rId9"/>
    <p:sldId id="270" r:id="rId10"/>
    <p:sldId id="258" r:id="rId11"/>
    <p:sldId id="262" r:id="rId12"/>
    <p:sldId id="257" r:id="rId13"/>
    <p:sldId id="260" r:id="rId14"/>
    <p:sldId id="261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ECB4E0-974C-9D8E-8F84-312287596A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1A47C4D-6EC8-0253-63C2-7694CDAEE1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6EA1C87-5A1A-8ACE-A0BF-1DBB8E813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454D-BFF5-423C-9D08-4EAF424040BC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54D65A2-A581-66A2-1413-7D6A17B7C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8FFE66-3775-4F2C-E280-BB1DC540A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52AA-F0F7-4F3D-AD96-717925A30D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922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B35C1A-12D6-9576-8A7D-9E6058929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384EA0-B445-9274-70E7-3A19A9502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EE9D41-A76D-5C7E-578D-703F98608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454D-BFF5-423C-9D08-4EAF424040BC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0685EF7-C0D7-78AB-4708-324F9735D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ACF021-24B9-50FB-68B0-5BCE18E82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52AA-F0F7-4F3D-AD96-717925A30D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2997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9733F7-1232-F101-CCE2-7785C0AED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5729C64-CF28-1412-1BF3-899A90251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21B515C-D29B-5D2B-00C1-F2265D8C6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454D-BFF5-423C-9D08-4EAF424040BC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083B84-5024-7FDB-FBF3-C3CF5A425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6692D1-C917-1AC1-280A-F8CFD5BD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52AA-F0F7-4F3D-AD96-717925A30D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8884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8AD03C-9E1B-83BA-CA8C-0C1E4D483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24C382F-7D1D-3C7C-B4E6-0738E75663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949B0BF-895F-6C02-B31A-9BFDF84ED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DBA9F57-CC7C-A0B9-0B62-2CDF7F8D1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454D-BFF5-423C-9D08-4EAF424040BC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986000D-15A6-51B1-1B25-6E4F1F75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57143CA-EFC0-517E-3D55-9405E779A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52AA-F0F7-4F3D-AD96-717925A30D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0385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DFF770-42DE-84BD-21B5-D3BB95C38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7E33BB5-5D9E-93A4-B3D4-65CD843F3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F6AAAFA-33DE-79AD-1F82-D1DF2D7F0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18086BD-12BC-14F0-1946-3D4CB9F53D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40A2DC9-578A-E2C0-F156-618D2B50F5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C404B32-919B-5E46-50A9-50F97820A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454D-BFF5-423C-9D08-4EAF424040BC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8FE1D2A-C5CC-B459-8375-16F5B0125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560D644-8474-691D-DB00-D3F3897FF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52AA-F0F7-4F3D-AD96-717925A30D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4958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F9F881-1401-C8DA-A057-3AC356177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BC2603E-7732-7238-6A26-97FAF1F74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454D-BFF5-423C-9D08-4EAF424040BC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898ECE0-150B-433F-B88C-DBF659957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7C226C5-D425-993D-2F67-A4BB960B5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52AA-F0F7-4F3D-AD96-717925A30D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8360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C97F7A8-1B9B-2454-7F4C-A59929AA4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454D-BFF5-423C-9D08-4EAF424040BC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72EF2A7-8043-E3D5-ED05-72E5771D0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1076A4-8D38-1958-9C8D-091D25AC8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52AA-F0F7-4F3D-AD96-717925A30D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9540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8AFD5C-5C3C-7AF1-598F-6EE4B6194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D7F60D-D9BB-1C81-FD16-B9C68F18D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CFEB058-32C6-300F-1F16-7787EBC0A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348DEAA-4068-1496-9BEC-A412A60FA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454D-BFF5-423C-9D08-4EAF424040BC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1DCB92F-7145-8814-F49F-967D73C81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B03930D-CB96-9642-7941-FB057B14E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52AA-F0F7-4F3D-AD96-717925A30D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7751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D4BA00-3FA4-2307-28E3-E8E323670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829A864-D5EA-A5B3-5796-AC31D897B3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CF4117F-D127-BA6B-844F-18A123DDF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B0FE4BC-6A04-B8EC-ADDE-EFFB075D8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454D-BFF5-423C-9D08-4EAF424040BC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0D8E8DD-FFE7-E7B9-5C90-64DDE1F3E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6329BC-FF58-F9CD-C6B8-1969FB7C9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52AA-F0F7-4F3D-AD96-717925A30D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0133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9AD092-3957-8B01-6310-4A0095560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3F841A2-E755-1363-55CA-603A036217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8A4D03F-22AE-816D-0DAA-04AAD44A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454D-BFF5-423C-9D08-4EAF424040BC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40DCA9-A646-ACCB-7EF0-7C3A17619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9AC367-D8D2-7F9C-991E-1E8CB5FA7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52AA-F0F7-4F3D-AD96-717925A30D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7503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F45C50-479C-C7DF-BBA6-C24AEFDAB9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136BE54-B849-E111-70EB-99AE24B4E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BF3E2B-B2E6-3034-B46C-2D44E5A6F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454D-BFF5-423C-9D08-4EAF424040BC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645DE3-4FCB-7D6D-AECB-42816D302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A6AF93-AEB4-3F2E-906B-536932891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52AA-F0F7-4F3D-AD96-717925A30D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5863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8DEEA42-F53A-ECC5-D2E0-52920C74D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172C1E7-12DF-18FA-C517-978990C66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BFAA64-B108-897C-2FC9-0098082660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92454D-BFF5-423C-9D08-4EAF424040BC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010F26-3BD8-1B54-3531-86E06BEF25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228FA6C-DDF3-A809-9EA5-101773E32B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052AA-F0F7-4F3D-AD96-717925A30D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1323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324CD2-C6FE-9F4F-9781-68CFDD9D14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RFID </a:t>
            </a:r>
            <a:r>
              <a:rPr lang="en-US" altLang="zh-TW" dirty="0" err="1"/>
              <a:t>TooL</a:t>
            </a:r>
            <a:r>
              <a:rPr lang="zh-TW" altLang="en-US" dirty="0"/>
              <a:t>文件介紹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2D57B34-1F1D-BC64-7362-95D46408D0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Tech Support: chase.tseng@hoyi-technic.com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96077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BB8A47-F51F-E951-4843-FE1A1124D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應用程式介紹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834E1B-2E63-56A7-6524-445789B8C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Step1:</a:t>
            </a:r>
            <a:r>
              <a:rPr lang="zh-TW" altLang="en-US" dirty="0"/>
              <a:t>確認檔案位置界面</a:t>
            </a:r>
            <a:endParaRPr lang="en-US" altLang="zh-TW" dirty="0"/>
          </a:p>
          <a:p>
            <a:r>
              <a:rPr lang="en-US" altLang="zh-TW" dirty="0"/>
              <a:t>Step2:</a:t>
            </a:r>
            <a:r>
              <a:rPr lang="zh-TW" altLang="en-US" dirty="0"/>
              <a:t>讀取</a:t>
            </a:r>
            <a:r>
              <a:rPr lang="en-US" altLang="zh-TW" dirty="0"/>
              <a:t>Excel</a:t>
            </a:r>
            <a:r>
              <a:rPr lang="zh-TW" altLang="en-US" dirty="0"/>
              <a:t>數據（先校驗配置和</a:t>
            </a:r>
            <a:r>
              <a:rPr lang="en-US" altLang="zh-TW" dirty="0"/>
              <a:t>PHP</a:t>
            </a:r>
            <a:r>
              <a:rPr lang="zh-TW" altLang="en-US" dirty="0"/>
              <a:t>文件更新狀態）</a:t>
            </a:r>
            <a:endParaRPr lang="en-US" altLang="zh-TW" dirty="0"/>
          </a:p>
          <a:p>
            <a:r>
              <a:rPr lang="en-US" altLang="zh-TW" dirty="0"/>
              <a:t>Step3:Apache</a:t>
            </a:r>
            <a:r>
              <a:rPr lang="zh-TW" altLang="en-US" dirty="0"/>
              <a:t>服務控制（保留啟動按鈕，原有功能不變</a:t>
            </a:r>
          </a:p>
        </p:txBody>
      </p:sp>
    </p:spTree>
    <p:extLst>
      <p:ext uri="{BB962C8B-B14F-4D97-AF65-F5344CB8AC3E}">
        <p14:creationId xmlns:p14="http://schemas.microsoft.com/office/powerpoint/2010/main" val="640892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0D912-A69D-1368-F5A0-54B60FAD2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503BDD-0DF4-9094-E05D-B7D23A328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Step1: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03356F-AB0C-B63C-2E90-EA44B23C2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這邊搭配的應用程式為</a:t>
            </a:r>
            <a:r>
              <a:rPr lang="en-US" altLang="zh-TW" dirty="0" err="1"/>
              <a:t>xampp</a:t>
            </a:r>
            <a:r>
              <a:rPr lang="zh-TW" altLang="en-US" dirty="0"/>
              <a:t> </a:t>
            </a:r>
          </a:p>
        </p:txBody>
      </p:sp>
      <p:pic>
        <p:nvPicPr>
          <p:cNvPr id="11" name="圖片 10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CBD446DE-DEE0-3158-CFE2-7F39B0915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87503"/>
            <a:ext cx="7686368" cy="3262176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2E83384-D67D-B158-8986-E3840CE8AF6E}"/>
              </a:ext>
            </a:extLst>
          </p:cNvPr>
          <p:cNvSpPr/>
          <p:nvPr/>
        </p:nvSpPr>
        <p:spPr>
          <a:xfrm>
            <a:off x="838200" y="4119716"/>
            <a:ext cx="7558548" cy="4621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弧形 12">
            <a:extLst>
              <a:ext uri="{FF2B5EF4-FFF2-40B4-BE49-F238E27FC236}">
                <a16:creationId xmlns:a16="http://schemas.microsoft.com/office/drawing/2014/main" id="{D747045F-8145-2665-2268-ABBD879481A8}"/>
              </a:ext>
            </a:extLst>
          </p:cNvPr>
          <p:cNvSpPr/>
          <p:nvPr/>
        </p:nvSpPr>
        <p:spPr>
          <a:xfrm>
            <a:off x="4508090" y="2005781"/>
            <a:ext cx="2880852" cy="3843898"/>
          </a:xfrm>
          <a:prstGeom prst="arc">
            <a:avLst>
              <a:gd name="adj1" fmla="val 16064241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內容版面配置區 2">
            <a:extLst>
              <a:ext uri="{FF2B5EF4-FFF2-40B4-BE49-F238E27FC236}">
                <a16:creationId xmlns:a16="http://schemas.microsoft.com/office/drawing/2014/main" id="{FAB6FFD9-67FF-72CC-DB42-576A1840F213}"/>
              </a:ext>
            </a:extLst>
          </p:cNvPr>
          <p:cNvSpPr txBox="1">
            <a:spLocks/>
          </p:cNvSpPr>
          <p:nvPr/>
        </p:nvSpPr>
        <p:spPr>
          <a:xfrm>
            <a:off x="4195916" y="194404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A20F7E2-4E2F-27C4-67E6-C5CE2D6ED1F5}"/>
              </a:ext>
            </a:extLst>
          </p:cNvPr>
          <p:cNvSpPr txBox="1"/>
          <p:nvPr/>
        </p:nvSpPr>
        <p:spPr>
          <a:xfrm>
            <a:off x="838200" y="3168944"/>
            <a:ext cx="784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這邊將</a:t>
            </a:r>
            <a:r>
              <a:rPr lang="en-US" altLang="zh-TW" dirty="0">
                <a:solidFill>
                  <a:srgbClr val="FF0000"/>
                </a:solidFill>
              </a:rPr>
              <a:t>IPC</a:t>
            </a:r>
            <a:r>
              <a:rPr lang="zh-TW" altLang="en-US" dirty="0">
                <a:solidFill>
                  <a:srgbClr val="FF0000"/>
                </a:solidFill>
              </a:rPr>
              <a:t>位置輸入，完成後就會後續程序會自動覆蓋原始</a:t>
            </a:r>
            <a:r>
              <a:rPr lang="en-US" altLang="zh-TW" dirty="0" err="1">
                <a:solidFill>
                  <a:srgbClr val="FF0000"/>
                </a:solidFill>
              </a:rPr>
              <a:t>php</a:t>
            </a:r>
            <a:r>
              <a:rPr lang="zh-TW" altLang="en-US" dirty="0">
                <a:solidFill>
                  <a:srgbClr val="FF0000"/>
                </a:solidFill>
              </a:rPr>
              <a:t>檔案為可執行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940B5BA-A113-1D3A-FD4E-52184DD4D260}"/>
              </a:ext>
            </a:extLst>
          </p:cNvPr>
          <p:cNvSpPr txBox="1"/>
          <p:nvPr/>
        </p:nvSpPr>
        <p:spPr>
          <a:xfrm>
            <a:off x="3982064" y="5163272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這邊則選擇名單，在同資料夾做格式對應且覆蓋</a:t>
            </a:r>
          </a:p>
        </p:txBody>
      </p:sp>
    </p:spTree>
    <p:extLst>
      <p:ext uri="{BB962C8B-B14F-4D97-AF65-F5344CB8AC3E}">
        <p14:creationId xmlns:p14="http://schemas.microsoft.com/office/powerpoint/2010/main" val="436539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E3DCA-5EB9-D47B-37B3-0F04DEB15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474CEA-5F60-06CE-18DF-B0CF81546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Step2: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B8EB46-6A88-9EC8-6644-B4DC30BF5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01516" cy="4351338"/>
          </a:xfrm>
        </p:spPr>
        <p:txBody>
          <a:bodyPr/>
          <a:lstStyle/>
          <a:p>
            <a:r>
              <a:rPr lang="en-US" altLang="zh-TW" dirty="0"/>
              <a:t>excel</a:t>
            </a:r>
            <a:r>
              <a:rPr lang="zh-TW" altLang="en-US" dirty="0"/>
              <a:t>格式正確將會自動帶出用戶數據</a:t>
            </a:r>
            <a:endParaRPr lang="en-US" altLang="zh-TW" dirty="0"/>
          </a:p>
          <a:p>
            <a:r>
              <a:rPr lang="zh-TW" altLang="en-US" dirty="0"/>
              <a:t>這邊則是再進一步確認</a:t>
            </a:r>
            <a:r>
              <a:rPr lang="en-US" altLang="zh-TW" dirty="0"/>
              <a:t>excel</a:t>
            </a:r>
            <a:r>
              <a:rPr lang="zh-TW" altLang="en-US" dirty="0"/>
              <a:t>並且做更改、刪除、新增，以減少後續人為操作檔案失誤</a:t>
            </a:r>
          </a:p>
        </p:txBody>
      </p:sp>
      <p:pic>
        <p:nvPicPr>
          <p:cNvPr id="5" name="圖片 4" descr="一張含有 文字, 螢幕擷取畫面, 陳列, 軟體 的圖片&#10;&#10;AI 產生的內容可能不正確。">
            <a:extLst>
              <a:ext uri="{FF2B5EF4-FFF2-40B4-BE49-F238E27FC236}">
                <a16:creationId xmlns:a16="http://schemas.microsoft.com/office/drawing/2014/main" id="{D09B4472-51C6-4F07-91F5-FB805A83E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993" y="2861955"/>
            <a:ext cx="4972512" cy="331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513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79D0B-4938-8F41-9C99-98E1B2E5A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35C7DA-134F-93E4-A10E-30E816992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Step3: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65AD5E-8568-3F79-24FE-95719A80E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9038" y="1825625"/>
            <a:ext cx="4574761" cy="4351338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4</a:t>
            </a:r>
            <a:r>
              <a:rPr lang="zh-TW" altLang="en-US" dirty="0"/>
              <a:t>個功能</a:t>
            </a:r>
            <a:endParaRPr lang="en-US" altLang="zh-TW" dirty="0"/>
          </a:p>
          <a:p>
            <a:r>
              <a:rPr lang="zh-TW" altLang="en-US" dirty="0"/>
              <a:t>首先先使用啟動，將</a:t>
            </a:r>
            <a:r>
              <a:rPr lang="en-US" altLang="zh-TW" dirty="0" err="1"/>
              <a:t>xampp</a:t>
            </a:r>
            <a:r>
              <a:rPr lang="zh-TW" altLang="en-US" dirty="0"/>
              <a:t>開啟</a:t>
            </a:r>
            <a:endParaRPr lang="en-US" altLang="zh-TW" dirty="0"/>
          </a:p>
          <a:p>
            <a:r>
              <a:rPr lang="zh-TW" altLang="en-US" dirty="0"/>
              <a:t>接者使用測試確保可執行</a:t>
            </a:r>
            <a:r>
              <a:rPr lang="en-US" altLang="zh-TW" dirty="0" err="1"/>
              <a:t>php</a:t>
            </a:r>
            <a:r>
              <a:rPr lang="zh-TW" altLang="en-US" dirty="0"/>
              <a:t>環境</a:t>
            </a:r>
            <a:endParaRPr lang="en-US" altLang="zh-TW" dirty="0"/>
          </a:p>
          <a:p>
            <a:r>
              <a:rPr lang="zh-TW" altLang="en-US" dirty="0"/>
              <a:t>最後有個別刪除對應原始檔案</a:t>
            </a:r>
            <a:r>
              <a:rPr lang="en-US" altLang="zh-TW" dirty="0" err="1"/>
              <a:t>rfid_del_user.php</a:t>
            </a:r>
            <a:endParaRPr lang="en-US" altLang="zh-TW" dirty="0"/>
          </a:p>
          <a:p>
            <a:r>
              <a:rPr lang="zh-TW" altLang="en-US" dirty="0"/>
              <a:t>與重新上傳</a:t>
            </a:r>
            <a:r>
              <a:rPr lang="en-US" altLang="zh-TW" dirty="0" err="1"/>
              <a:t>rfid_all_del_user.php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   </a:t>
            </a:r>
            <a:r>
              <a:rPr lang="en-US" altLang="zh-TW" dirty="0"/>
              <a:t>+</a:t>
            </a:r>
            <a:r>
              <a:rPr lang="en-US" altLang="zh-TW" dirty="0" err="1"/>
              <a:t>rfid_register_user.php</a:t>
            </a:r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BA138417-0B08-BA8C-8782-9A03944B0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5940839" cy="419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038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077CE-175B-B828-ECF1-97E95858B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DD692B-6FA9-7C66-8909-5F2CF118A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Step3:</a:t>
            </a:r>
            <a:r>
              <a:rPr lang="zh-TW" altLang="en-US" dirty="0"/>
              <a:t>啟動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4AEA64-717F-666A-13EF-EBF7DAEFE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9478" y="1825625"/>
            <a:ext cx="4574761" cy="4351338"/>
          </a:xfrm>
        </p:spPr>
        <p:txBody>
          <a:bodyPr>
            <a:normAutofit/>
          </a:bodyPr>
          <a:lstStyle/>
          <a:p>
            <a:r>
              <a:rPr lang="zh-TW" altLang="en-US" dirty="0"/>
              <a:t>啟動時正常會出現</a:t>
            </a:r>
            <a:r>
              <a:rPr lang="en-US" altLang="zh-TW" dirty="0" err="1"/>
              <a:t>xampp</a:t>
            </a:r>
            <a:r>
              <a:rPr lang="zh-TW" altLang="en-US" dirty="0"/>
              <a:t>面板，請確保面板內有</a:t>
            </a:r>
            <a:r>
              <a:rPr lang="en-US" altLang="zh-TW" dirty="0"/>
              <a:t>port</a:t>
            </a:r>
            <a:r>
              <a:rPr lang="zh-TW" altLang="en-US" dirty="0"/>
              <a:t>在</a:t>
            </a:r>
            <a:r>
              <a:rPr lang="en-US" altLang="zh-TW" dirty="0"/>
              <a:t>80</a:t>
            </a:r>
            <a:r>
              <a:rPr lang="zh-TW" altLang="en-US" dirty="0"/>
              <a:t>本機端口</a:t>
            </a:r>
          </a:p>
        </p:txBody>
      </p:sp>
      <p:pic>
        <p:nvPicPr>
          <p:cNvPr id="6" name="圖片 5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98646354-1DFA-1BAE-E1F5-74B58A580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6340389" cy="411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963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1696B-1686-2173-A9F7-B08331F0A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FDA024-8BEA-1E02-C840-279A4EBE7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Step3:</a:t>
            </a:r>
            <a:r>
              <a:rPr lang="zh-TW" altLang="en-US" dirty="0"/>
              <a:t>測試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D46362-EEE9-FAF6-AD6E-5CDA86DF8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9478" y="1690688"/>
            <a:ext cx="4574761" cy="4351338"/>
          </a:xfrm>
        </p:spPr>
        <p:txBody>
          <a:bodyPr>
            <a:normAutofit/>
          </a:bodyPr>
          <a:lstStyle/>
          <a:p>
            <a:r>
              <a:rPr lang="zh-TW" altLang="en-US" dirty="0"/>
              <a:t>測試時會自動帶出網頁，並且顯示指令與狀態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B70A51FC-CC52-6C15-89EB-3611ED424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567" y="1610832"/>
            <a:ext cx="6119659" cy="420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85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C6B17-9746-D5E1-ACC7-3C8BDBBE1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1B1D24-BA09-E83F-7A4F-4539DACFE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Step3:</a:t>
            </a:r>
            <a:r>
              <a:rPr lang="zh-TW" altLang="en-US" dirty="0"/>
              <a:t>個別刪除</a:t>
            </a:r>
          </a:p>
        </p:txBody>
      </p:sp>
      <p:pic>
        <p:nvPicPr>
          <p:cNvPr id="6" name="圖片 5" descr="一張含有 文字, 螢幕擷取畫面, 軟體, 陳列 的圖片&#10;&#10;AI 產生的內容可能不正確。">
            <a:extLst>
              <a:ext uri="{FF2B5EF4-FFF2-40B4-BE49-F238E27FC236}">
                <a16:creationId xmlns:a16="http://schemas.microsoft.com/office/drawing/2014/main" id="{FC38DE1D-2D8C-3F91-B103-4B4EA0553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08694"/>
            <a:ext cx="7986452" cy="4915326"/>
          </a:xfrm>
          <a:prstGeom prst="rect">
            <a:avLst/>
          </a:prstGeo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E5BBCD-D0C2-575B-5E91-F8E288F3C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7239" y="1831685"/>
            <a:ext cx="457476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>
                <a:highlight>
                  <a:srgbClr val="FFFF00"/>
                </a:highlight>
              </a:rPr>
              <a:t>個別刪除會跳出</a:t>
            </a:r>
            <a:r>
              <a:rPr lang="en-US" altLang="zh-TW" dirty="0">
                <a:highlight>
                  <a:srgbClr val="FFFF00"/>
                </a:highlight>
              </a:rPr>
              <a:t>list</a:t>
            </a:r>
            <a:r>
              <a:rPr lang="zh-TW" altLang="en-US" dirty="0">
                <a:highlight>
                  <a:srgbClr val="FFFF00"/>
                </a:highlight>
              </a:rPr>
              <a:t>名單，可以選擇要刪除誰 否則要刪除特定大量人員，建議使用上一步 檢查</a:t>
            </a:r>
            <a:r>
              <a:rPr lang="en-US" altLang="zh-TW" dirty="0">
                <a:highlight>
                  <a:srgbClr val="FFFF00"/>
                </a:highlight>
              </a:rPr>
              <a:t>user list excel</a:t>
            </a:r>
            <a:r>
              <a:rPr lang="zh-TW" altLang="en-US" dirty="0">
                <a:highlight>
                  <a:srgbClr val="FFFF00"/>
                </a:highlight>
              </a:rPr>
              <a:t>再重新上傳</a:t>
            </a:r>
          </a:p>
        </p:txBody>
      </p:sp>
    </p:spTree>
    <p:extLst>
      <p:ext uri="{BB962C8B-B14F-4D97-AF65-F5344CB8AC3E}">
        <p14:creationId xmlns:p14="http://schemas.microsoft.com/office/powerpoint/2010/main" val="2603519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6D317-53E2-3FCB-FA3A-85A4D545E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D51B5A-81BE-5560-845C-C61D7DA29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Step3:</a:t>
            </a:r>
            <a:r>
              <a:rPr lang="zh-TW" altLang="en-US" dirty="0"/>
              <a:t>重新上傳</a:t>
            </a:r>
            <a:r>
              <a:rPr lang="en-US" altLang="zh-TW" dirty="0"/>
              <a:t>.1 </a:t>
            </a:r>
            <a:r>
              <a:rPr lang="zh-TW" altLang="en-US" dirty="0"/>
              <a:t>全部刪除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368774-B711-96A9-070D-2013623CC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7239" y="1831685"/>
            <a:ext cx="457476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>
                <a:highlight>
                  <a:srgbClr val="FFFF00"/>
                </a:highlight>
              </a:rPr>
              <a:t>正常化面如右</a:t>
            </a:r>
            <a:endParaRPr lang="en-US" altLang="zh-TW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zh-TW" altLang="en-US" dirty="0">
                <a:highlight>
                  <a:srgbClr val="FFFF00"/>
                </a:highlight>
              </a:rPr>
              <a:t>成功後再應用程序按下確認</a:t>
            </a:r>
            <a:endParaRPr lang="en-US" altLang="zh-TW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zh-TW" altLang="en-US" dirty="0">
                <a:highlight>
                  <a:srgbClr val="FFFF00"/>
                </a:highlight>
              </a:rPr>
              <a:t>會再跳出另一視窗開啟</a:t>
            </a:r>
            <a:r>
              <a:rPr lang="en-US" altLang="zh-TW" dirty="0">
                <a:highlight>
                  <a:srgbClr val="FFFF00"/>
                </a:highlight>
              </a:rPr>
              <a:t>list</a:t>
            </a:r>
            <a:r>
              <a:rPr lang="zh-TW" altLang="en-US" dirty="0">
                <a:highlight>
                  <a:srgbClr val="FFFF00"/>
                </a:highlight>
              </a:rPr>
              <a:t>循環註冊</a:t>
            </a:r>
            <a:r>
              <a:rPr lang="en-US" altLang="zh-TW" dirty="0">
                <a:highlight>
                  <a:srgbClr val="FFFF00"/>
                </a:highlight>
              </a:rPr>
              <a:t>(</a:t>
            </a:r>
            <a:r>
              <a:rPr lang="zh-TW" altLang="en-US" dirty="0">
                <a:highlight>
                  <a:srgbClr val="FFFF00"/>
                </a:highlight>
              </a:rPr>
              <a:t>如下圖</a:t>
            </a:r>
            <a:r>
              <a:rPr lang="en-US" altLang="zh-TW" dirty="0">
                <a:highlight>
                  <a:srgbClr val="FFFF00"/>
                </a:highlight>
              </a:rPr>
              <a:t>)</a:t>
            </a:r>
            <a:endParaRPr lang="zh-TW" altLang="en-US" dirty="0">
              <a:highlight>
                <a:srgbClr val="FFFF00"/>
              </a:highlight>
            </a:endParaRPr>
          </a:p>
        </p:txBody>
      </p:sp>
      <p:pic>
        <p:nvPicPr>
          <p:cNvPr id="5" name="圖片 4" descr="一張含有 文字, 螢幕擷取畫面, 字型, 設計 的圖片&#10;&#10;AI 產生的內容可能不正確。">
            <a:extLst>
              <a:ext uri="{FF2B5EF4-FFF2-40B4-BE49-F238E27FC236}">
                <a16:creationId xmlns:a16="http://schemas.microsoft.com/office/drawing/2014/main" id="{B34846E3-D56C-2F6D-707E-B96DC480A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31685"/>
            <a:ext cx="6567986" cy="3040564"/>
          </a:xfrm>
          <a:prstGeom prst="rect">
            <a:avLst/>
          </a:prstGeom>
        </p:spPr>
      </p:pic>
      <p:pic>
        <p:nvPicPr>
          <p:cNvPr id="8" name="圖片 7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396E3851-2095-0389-4227-51146ABE7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3014" y="3858611"/>
            <a:ext cx="3350791" cy="290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959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2CBE9F-B246-E699-C27C-597FA6D0B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原始檔案文件介紹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8E4945-977D-0F58-A1A3-A215B7732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rfid_set_cfg.php</a:t>
            </a:r>
            <a:endParaRPr lang="en-US" altLang="zh-TW" dirty="0"/>
          </a:p>
          <a:p>
            <a:r>
              <a:rPr lang="en-US" altLang="zh-TW" dirty="0" err="1"/>
              <a:t>rfid_del_user.php</a:t>
            </a:r>
            <a:endParaRPr lang="en-US" altLang="zh-TW" dirty="0"/>
          </a:p>
          <a:p>
            <a:r>
              <a:rPr lang="en-US" altLang="zh-TW" dirty="0" err="1"/>
              <a:t>rfid_all_del_user.php</a:t>
            </a:r>
            <a:endParaRPr lang="en-US" altLang="zh-TW" dirty="0"/>
          </a:p>
          <a:p>
            <a:r>
              <a:rPr lang="en-US" altLang="zh-TW" dirty="0" err="1"/>
              <a:t>rfid_register_user.php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0512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6D179-2B97-8345-FD53-9223CF0F5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8E1189-D075-74E0-9646-1AD52835D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rfid_set_cfg.php</a:t>
            </a:r>
            <a:r>
              <a:rPr lang="zh-TW" altLang="en-US" dirty="0"/>
              <a:t> </a:t>
            </a:r>
            <a:r>
              <a:rPr lang="en-US" altLang="zh-TW" dirty="0"/>
              <a:t>= </a:t>
            </a:r>
            <a:r>
              <a:rPr lang="zh-TW" altLang="en-US" dirty="0">
                <a:solidFill>
                  <a:srgbClr val="FF0000"/>
                </a:solidFill>
              </a:rPr>
              <a:t>必要</a:t>
            </a:r>
            <a:r>
              <a:rPr lang="en-US" altLang="zh-TW" dirty="0">
                <a:solidFill>
                  <a:srgbClr val="FF0000"/>
                </a:solidFill>
              </a:rPr>
              <a:t>raw</a:t>
            </a:r>
            <a:r>
              <a:rPr lang="zh-TW" altLang="en-US" dirty="0">
                <a:solidFill>
                  <a:srgbClr val="FF0000"/>
                </a:solidFill>
              </a:rPr>
              <a:t>設定檔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AA5013-10EC-2AAB-76AA-9A0C91BCA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754" y="1825625"/>
            <a:ext cx="6064045" cy="4351338"/>
          </a:xfrm>
        </p:spPr>
        <p:txBody>
          <a:bodyPr/>
          <a:lstStyle/>
          <a:p>
            <a:r>
              <a:rPr lang="zh-TW" altLang="en-US" dirty="0"/>
              <a:t>需更改</a:t>
            </a:r>
            <a:r>
              <a:rPr lang="en-US" altLang="zh-TW" dirty="0"/>
              <a:t>$</a:t>
            </a:r>
            <a:r>
              <a:rPr lang="en-US" altLang="zh-TW" dirty="0" err="1"/>
              <a:t>url</a:t>
            </a:r>
            <a:r>
              <a:rPr lang="zh-TW" altLang="en-US" dirty="0"/>
              <a:t>屬性，更改為</a:t>
            </a:r>
            <a:r>
              <a:rPr lang="en-US" altLang="zh-TW" dirty="0"/>
              <a:t>IPC</a:t>
            </a:r>
            <a:r>
              <a:rPr lang="zh-TW" altLang="en-US" dirty="0"/>
              <a:t>位置</a:t>
            </a:r>
            <a:endParaRPr lang="en-US" altLang="zh-TW" dirty="0"/>
          </a:p>
          <a:p>
            <a:r>
              <a:rPr lang="zh-TW" altLang="en-US" dirty="0"/>
              <a:t>並請確保網路與</a:t>
            </a:r>
            <a:r>
              <a:rPr lang="en-US" altLang="zh-TW" dirty="0"/>
              <a:t>IPC</a:t>
            </a:r>
            <a:r>
              <a:rPr lang="zh-TW" altLang="en-US" dirty="0"/>
              <a:t>同網段</a:t>
            </a:r>
          </a:p>
        </p:txBody>
      </p:sp>
      <p:pic>
        <p:nvPicPr>
          <p:cNvPr id="5" name="圖片 4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848761EA-4B29-CEBA-BF93-69ED3C7C8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4291485" cy="435133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C45DA33-CA1C-80D5-CD98-0256088476E6}"/>
              </a:ext>
            </a:extLst>
          </p:cNvPr>
          <p:cNvSpPr/>
          <p:nvPr/>
        </p:nvSpPr>
        <p:spPr>
          <a:xfrm>
            <a:off x="1101213" y="2585884"/>
            <a:ext cx="2094271" cy="12486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636472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5390C0-90AB-0987-C7D6-73B1C4A37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rfid_all_del_user.php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刪除全部用戶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7D64E3-2249-4EC4-87A7-08B10FFD8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E23CB1A8-FC46-0DEE-C03A-8A13F9D53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9049029" cy="435133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8AF3CF0B-9449-C3B8-A389-59D11CE9A130}"/>
              </a:ext>
            </a:extLst>
          </p:cNvPr>
          <p:cNvSpPr txBox="1"/>
          <p:nvPr/>
        </p:nvSpPr>
        <p:spPr>
          <a:xfrm>
            <a:off x="3451860" y="3059668"/>
            <a:ext cx="1706880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CE9C325-5B08-A2F6-80DA-608BD5AAB5C2}"/>
              </a:ext>
            </a:extLst>
          </p:cNvPr>
          <p:cNvSpPr txBox="1"/>
          <p:nvPr/>
        </p:nvSpPr>
        <p:spPr>
          <a:xfrm>
            <a:off x="4601497" y="3429000"/>
            <a:ext cx="4950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</a:rPr>
              <a:t>須注意將</a:t>
            </a:r>
            <a:r>
              <a:rPr lang="en-US" altLang="zh-TW" dirty="0">
                <a:solidFill>
                  <a:schemeClr val="bg1"/>
                </a:solidFill>
              </a:rPr>
              <a:t>URL</a:t>
            </a:r>
            <a:r>
              <a:rPr lang="zh-TW" altLang="en-US" dirty="0">
                <a:solidFill>
                  <a:schemeClr val="bg1"/>
                </a:solidFill>
              </a:rPr>
              <a:t>做更換，在使用</a:t>
            </a:r>
            <a:r>
              <a:rPr lang="en-US" altLang="zh-TW" dirty="0">
                <a:solidFill>
                  <a:schemeClr val="bg1"/>
                </a:solidFill>
              </a:rPr>
              <a:t>PHP</a:t>
            </a:r>
            <a:r>
              <a:rPr lang="zh-TW" altLang="en-US" dirty="0">
                <a:solidFill>
                  <a:schemeClr val="bg1"/>
                </a:solidFill>
              </a:rPr>
              <a:t>環境開啟檔案</a:t>
            </a:r>
          </a:p>
        </p:txBody>
      </p:sp>
    </p:spTree>
    <p:extLst>
      <p:ext uri="{BB962C8B-B14F-4D97-AF65-F5344CB8AC3E}">
        <p14:creationId xmlns:p14="http://schemas.microsoft.com/office/powerpoint/2010/main" val="54454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A95BE-7B1E-C3B0-7FA3-8760F808D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1E457A-11D5-9365-B9DC-F19E62A6F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rfid_del_user.php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F06D73-64C2-DDD5-721F-F602CF887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8012" y="1825625"/>
            <a:ext cx="5761704" cy="4351338"/>
          </a:xfrm>
        </p:spPr>
        <p:txBody>
          <a:bodyPr/>
          <a:lstStyle/>
          <a:p>
            <a:r>
              <a:rPr lang="en-US" altLang="zh-TW" dirty="0"/>
              <a:t>$</a:t>
            </a:r>
            <a:r>
              <a:rPr lang="en-US" altLang="zh-TW" dirty="0" err="1"/>
              <a:t>api_url</a:t>
            </a:r>
            <a:r>
              <a:rPr lang="en-US" altLang="zh-TW" dirty="0"/>
              <a:t> </a:t>
            </a:r>
            <a:r>
              <a:rPr lang="zh-TW" altLang="en-US" dirty="0"/>
              <a:t>需對齊</a:t>
            </a:r>
            <a:r>
              <a:rPr lang="en-US" altLang="zh-TW" dirty="0"/>
              <a:t>IPC</a:t>
            </a:r>
            <a:r>
              <a:rPr lang="zh-TW" altLang="en-US" dirty="0"/>
              <a:t>位置</a:t>
            </a:r>
            <a:endParaRPr lang="en-US" altLang="zh-TW" dirty="0"/>
          </a:p>
          <a:p>
            <a:r>
              <a:rPr lang="en-US" altLang="zh-TW" dirty="0"/>
              <a:t>$</a:t>
            </a:r>
            <a:r>
              <a:rPr lang="en-US" altLang="zh-TW" dirty="0" err="1"/>
              <a:t>del_userid</a:t>
            </a:r>
            <a:r>
              <a:rPr lang="zh-TW" altLang="en-US" dirty="0"/>
              <a:t> 個別刪除的</a:t>
            </a:r>
            <a:r>
              <a:rPr lang="en-US" altLang="zh-TW" dirty="0"/>
              <a:t>user</a:t>
            </a:r>
            <a:r>
              <a:rPr lang="zh-TW" altLang="en-US" dirty="0"/>
              <a:t>編號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6" name="圖片 5" descr="一張含有 文字, 螢幕擷取畫面, 軟體, 字型 的圖片&#10;&#10;AI 產生的內容可能不正確。">
            <a:extLst>
              <a:ext uri="{FF2B5EF4-FFF2-40B4-BE49-F238E27FC236}">
                <a16:creationId xmlns:a16="http://schemas.microsoft.com/office/drawing/2014/main" id="{66A96F28-45A2-6370-877C-3DB90CC6D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4882658" cy="43513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F277AAF-43FA-76EF-BA10-E4809ED40D63}"/>
              </a:ext>
            </a:extLst>
          </p:cNvPr>
          <p:cNvSpPr/>
          <p:nvPr/>
        </p:nvSpPr>
        <p:spPr>
          <a:xfrm>
            <a:off x="1425677" y="3549445"/>
            <a:ext cx="3057833" cy="12486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799252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F4398-BFE3-8E19-4BF6-29B0C3A88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F32817-3148-AF4C-F871-3491E5A94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rfid_register_user.php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0463F0-8A5D-95C9-E9B3-71CD1EEB7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5"/>
            <a:ext cx="5257800" cy="4351338"/>
          </a:xfrm>
        </p:spPr>
        <p:txBody>
          <a:bodyPr/>
          <a:lstStyle/>
          <a:p>
            <a:r>
              <a:rPr lang="en-US" altLang="zh-TW" dirty="0"/>
              <a:t>$</a:t>
            </a:r>
            <a:r>
              <a:rPr lang="en-US" altLang="zh-TW" dirty="0" err="1"/>
              <a:t>api_url</a:t>
            </a:r>
            <a:r>
              <a:rPr lang="zh-TW" altLang="en-US" dirty="0"/>
              <a:t> 需對齊</a:t>
            </a:r>
            <a:r>
              <a:rPr lang="en-US" altLang="zh-TW" dirty="0"/>
              <a:t>IPC</a:t>
            </a:r>
            <a:r>
              <a:rPr lang="zh-TW" altLang="en-US" dirty="0"/>
              <a:t>位置</a:t>
            </a:r>
            <a:endParaRPr lang="en-US" altLang="zh-TW" dirty="0"/>
          </a:p>
          <a:p>
            <a:r>
              <a:rPr lang="zh-TW" altLang="en-US" dirty="0"/>
              <a:t>底下陣列為循環註冊格式</a:t>
            </a:r>
            <a:endParaRPr lang="en-US" altLang="zh-TW" dirty="0"/>
          </a:p>
          <a:p>
            <a:r>
              <a:rPr lang="en-US" altLang="zh-TW" dirty="0" err="1"/>
              <a:t>Userid</a:t>
            </a:r>
            <a:r>
              <a:rPr lang="zh-TW" altLang="en-US" dirty="0"/>
              <a:t> 使用者編號</a:t>
            </a:r>
            <a:endParaRPr lang="en-US" altLang="zh-TW" dirty="0"/>
          </a:p>
          <a:p>
            <a:r>
              <a:rPr lang="en-US" altLang="zh-TW" dirty="0"/>
              <a:t>Username</a:t>
            </a:r>
            <a:r>
              <a:rPr lang="zh-TW" altLang="en-US" dirty="0"/>
              <a:t> 使用者名稱</a:t>
            </a:r>
            <a:endParaRPr lang="en-US" altLang="zh-TW" dirty="0"/>
          </a:p>
          <a:p>
            <a:r>
              <a:rPr lang="en-US" altLang="zh-TW" dirty="0" err="1"/>
              <a:t>Cardno</a:t>
            </a:r>
            <a:r>
              <a:rPr lang="zh-TW" altLang="en-US" dirty="0"/>
              <a:t> 卡號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 descr="一張含有 文字, 螢幕擷取畫面 的圖片&#10;&#10;AI 產生的內容可能不正確。">
            <a:extLst>
              <a:ext uri="{FF2B5EF4-FFF2-40B4-BE49-F238E27FC236}">
                <a16:creationId xmlns:a16="http://schemas.microsoft.com/office/drawing/2014/main" id="{92FFDE5B-8BD7-CE97-93E9-DB411E4F2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19089"/>
            <a:ext cx="5090652" cy="443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03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433</Words>
  <Application>Microsoft Office PowerPoint</Application>
  <PresentationFormat>寬螢幕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佈景主題</vt:lpstr>
      <vt:lpstr>RFID TooL文件介紹</vt:lpstr>
      <vt:lpstr>應用程式介紹</vt:lpstr>
      <vt:lpstr>Step1:</vt:lpstr>
      <vt:lpstr>Step2:</vt:lpstr>
      <vt:lpstr>Step3:</vt:lpstr>
      <vt:lpstr>Step3:啟動</vt:lpstr>
      <vt:lpstr>Step3:測試</vt:lpstr>
      <vt:lpstr>Step3:個別刪除</vt:lpstr>
      <vt:lpstr>Step3:重新上傳.1 全部刪除</vt:lpstr>
      <vt:lpstr>原始檔案文件介紹</vt:lpstr>
      <vt:lpstr>rfid_set_cfg.php = 必要raw設定檔</vt:lpstr>
      <vt:lpstr>rfid_all_del_user.php = 刪除全部用戶</vt:lpstr>
      <vt:lpstr>rfid_del_user.php</vt:lpstr>
      <vt:lpstr>rfid_register_user.php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Chase Tseng</dc:creator>
  <cp:lastModifiedBy>Chase Tseng</cp:lastModifiedBy>
  <cp:revision>11</cp:revision>
  <dcterms:created xsi:type="dcterms:W3CDTF">2026-02-25T06:45:16Z</dcterms:created>
  <dcterms:modified xsi:type="dcterms:W3CDTF">2026-02-25T07:10:55Z</dcterms:modified>
</cp:coreProperties>
</file>